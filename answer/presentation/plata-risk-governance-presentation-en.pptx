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· RISK DATA GOVERNANCE LEAD · PLATA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607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 didn't argue how I'd fix your data —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 fixed it and measured the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8778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describing an approach, I rebuilt part of Plata's data landscape, found real problems in it, and built a working fix. Every number below is a measurement, not an estimate.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069080"/>
            <a:ext cx="2619756" cy="1691640"/>
          </a:xfrm>
          <a:prstGeom prst="roundRect">
            <a:avLst>
              <a:gd name="adj" fmla="val 4324"/>
            </a:avLst>
          </a:prstGeom>
          <a:solidFill>
            <a:srgbClr val="2A357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270248"/>
            <a:ext cx="2619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14.62%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58368" y="4910328"/>
            <a:ext cx="2400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COR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April 2026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4428" y="4069080"/>
            <a:ext cx="2619756" cy="1691640"/>
          </a:xfrm>
          <a:prstGeom prst="roundRect">
            <a:avLst>
              <a:gd name="adj" fmla="val 4324"/>
            </a:avLst>
          </a:prstGeom>
          <a:solidFill>
            <a:srgbClr val="2A3570"/>
          </a:solidFill>
          <a:ln/>
        </p:spPr>
      </p:sp>
      <p:sp>
        <p:nvSpPr>
          <p:cNvPr id="9" name="Text 7"/>
          <p:cNvSpPr/>
          <p:nvPr/>
        </p:nvSpPr>
        <p:spPr>
          <a:xfrm>
            <a:off x="3424428" y="4270248"/>
            <a:ext cx="2619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3.24 pts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534156" y="4910328"/>
            <a:ext cx="2400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between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calculations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0216" y="4069080"/>
            <a:ext cx="2619756" cy="1691640"/>
          </a:xfrm>
          <a:prstGeom prst="roundRect">
            <a:avLst>
              <a:gd name="adj" fmla="val 4324"/>
            </a:avLst>
          </a:prstGeom>
          <a:solidFill>
            <a:srgbClr val="2A3570"/>
          </a:solidFill>
          <a:ln/>
        </p:spPr>
      </p:sp>
      <p:sp>
        <p:nvSpPr>
          <p:cNvPr id="12" name="Text 10"/>
          <p:cNvSpPr/>
          <p:nvPr/>
        </p:nvSpPr>
        <p:spPr>
          <a:xfrm>
            <a:off x="6300216" y="4270248"/>
            <a:ext cx="2619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26 / 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9944" y="4910328"/>
            <a:ext cx="2400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passing /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76004" y="4069080"/>
            <a:ext cx="2619756" cy="1691640"/>
          </a:xfrm>
          <a:prstGeom prst="roundRect">
            <a:avLst>
              <a:gd name="adj" fmla="val 4324"/>
            </a:avLst>
          </a:prstGeom>
          <a:solidFill>
            <a:srgbClr val="2A3570"/>
          </a:solidFill>
          <a:ln/>
        </p:spPr>
      </p:sp>
      <p:sp>
        <p:nvSpPr>
          <p:cNvPr id="15" name="Text 13"/>
          <p:cNvSpPr/>
          <p:nvPr/>
        </p:nvSpPr>
        <p:spPr>
          <a:xfrm>
            <a:off x="9176004" y="4270248"/>
            <a:ext cx="26197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285732" y="4910328"/>
            <a:ext cx="24003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of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proof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metric — three different numbers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case materials, the key risk metric (COR) was calculated by three teams using three different formulas — and each version was published as “the truth.”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261360" cy="1417320"/>
          </a:xfrm>
          <a:prstGeom prst="roundRect">
            <a:avLst>
              <a:gd name="adj" fmla="val 5161"/>
            </a:avLst>
          </a:prstGeom>
          <a:solidFill>
            <a:srgbClr val="EEF1FA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542032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307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11.38%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084320" y="2377440"/>
            <a:ext cx="3261360" cy="1417320"/>
          </a:xfrm>
          <a:prstGeom prst="roundRect">
            <a:avLst>
              <a:gd name="adj" fmla="val 5161"/>
            </a:avLst>
          </a:prstGeom>
          <a:solidFill>
            <a:srgbClr val="EEF1FA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21480" y="2542032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Monitoring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75760" y="2971800"/>
            <a:ext cx="307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11.92%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620000" y="2377440"/>
            <a:ext cx="3261360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378440" y="2523744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5989" y="2571293"/>
            <a:ext cx="270662" cy="27066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757160" y="2542032"/>
            <a:ext cx="298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calculation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11440" y="2971800"/>
            <a:ext cx="307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14.62%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548640" y="3977640"/>
            <a:ext cx="10332720" cy="1417320"/>
          </a:xfrm>
          <a:prstGeom prst="roundRect">
            <a:avLst>
              <a:gd name="adj" fmla="val 5161"/>
            </a:avLst>
          </a:prstGeom>
          <a:solidFill>
            <a:srgbClr val="FBEFDC"/>
          </a:solidFill>
          <a:ln/>
        </p:spPr>
      </p:sp>
      <p:sp>
        <p:nvSpPr>
          <p:cNvPr id="17" name="Shape 14"/>
          <p:cNvSpPr/>
          <p:nvPr/>
        </p:nvSpPr>
        <p:spPr>
          <a:xfrm>
            <a:off x="804672" y="417880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4238244"/>
            <a:ext cx="338328" cy="33832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08760" y="4105656"/>
            <a:ext cx="9189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a calculation error. It's that no single formula was agreed on, and no one owned it. Worse: nothing “breaks” or throws an error — reports just quietly show different numbers.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548640" y="5623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glossary admits it outright: “Three methodologies exist” (Appendix E, line 13) — no formula is flagged as primary.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WHERE THE GAP COMES FROM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bridge: how one canon produces two other numbers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changes exactly one methodology decision and is recomputed from data — so the residual is zero by construction. This is one calculation with different switches, not three unrelated numbers.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0332720" cy="914400"/>
        </p:xfrm>
        <a:graphic>
          <a:graphicData uri="http://schemas.openxmlformats.org/drawingml/2006/table">
            <a:tbl>
              <a:tblPr/>
              <a:tblGrid>
                <a:gridCol w="6675120"/>
                <a:gridCol w="1828800"/>
                <a:gridCol w="1828800"/>
              </a:tblGrid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(April 2026, product CC)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Canon — statement, Gen3, stmt ≥ 2, ×12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filter statement_num ≥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Grain: statement →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0-DPD bucket from numerator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Annualization ×12 → ×365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Portfolio Monitoring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generation Gen3 → Gen2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Finance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has no fixed sign: in April the canon is the highest of the three numbers, in March it was the lowest. An agreement like “Finance is always two points lower” is impossible — you need one canon, not a correction factor.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WHAT WAS ACTUALLY FOUND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 register — not hypotheses, quotes with a line number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03327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2103120"/>
                <a:gridCol w="53949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DAMA discipline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materials actually say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with no canon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Quality Mgmt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“Three methodologies exist” (E:13) — no formula is flagged as primary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 convention in prose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Architecture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“different tables use different signs… silently produces incorrect results” (C:7)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filter 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dm.* → product_risks, tableau.* → account_type (A:42) — both accept 'CC'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rule duplicated 3x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 Mgmt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statement_num ≥ 2 recorded independently in C:99, D:27, F:53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with no version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Management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“materially shifted EL LT” (G:71) — schema unchanged, numbers changed meaning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 as routine enrichment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Security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to ods.user_mgmt.USER_DATA with no classification (F:29)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355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findings total across Appendices A–I, 8 of them critical — the full R1–R11 register is in the extended answer.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OWNERSHIP, OPERATIONALLY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Ownership isn't a spreadsheet column — it's three separate duties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0332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5895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Accountable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owner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number means; signs off on any change to its definition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steward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quality; gets the alert when a check fails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owner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pipeline and the load SLA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10332720" cy="1600200"/>
          </a:xfrm>
          <a:prstGeom prst="roundRect">
            <a:avLst>
              <a:gd name="adj" fmla="val 4571"/>
            </a:avLst>
          </a:prstGeom>
          <a:solidFill>
            <a:srgbClr val="FBEFDC"/>
          </a:solidFill>
          <a:ln/>
        </p:spPr>
      </p:sp>
      <p:sp>
        <p:nvSpPr>
          <p:cNvPr id="6" name="Shape 3"/>
          <p:cNvSpPr/>
          <p:nvPr/>
        </p:nvSpPr>
        <p:spPr>
          <a:xfrm>
            <a:off x="804672" y="4754880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731" y="4811939"/>
            <a:ext cx="324795" cy="32479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4700016"/>
            <a:ext cx="9189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reality test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508760" y="5074920"/>
            <a:ext cx="9189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signed the definition, who gets woken up and what they do, who should have known in advance and how many days ahead. As long as any one answer requires a phone call, ownership exists on paper only.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PROOF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 didn't discuss a solution — I built and tested one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020" y="184846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09928"/>
            <a:ext cx="6172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part of Plata's data infrastructure in Snowflake: 10 databases, 23 schemas, 59 tables, 15 views, 8.1M rows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20" y="3220060"/>
            <a:ext cx="372161" cy="3721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3081528"/>
            <a:ext cx="6172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and documented 20 concrete issues — 8 critical, each with an exact source reference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4591660"/>
            <a:ext cx="372161" cy="3721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4453128"/>
            <a:ext cx="6172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working system: 26 automated checks, a canonical metric layer, a change registry, and the RISK_COPILOT AI agent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7635240" y="1783080"/>
            <a:ext cx="3246120" cy="3977640"/>
          </a:xfrm>
          <a:prstGeom prst="roundRect">
            <a:avLst>
              <a:gd name="adj" fmla="val 2817"/>
            </a:avLst>
          </a:prstGeom>
          <a:solidFill>
            <a:srgbClr val="1E2761"/>
          </a:solidFill>
          <a:ln/>
        </p:spPr>
      </p:sp>
      <p:sp>
        <p:nvSpPr>
          <p:cNvPr id="14" name="Text 9"/>
          <p:cNvSpPr/>
          <p:nvPr/>
        </p:nvSpPr>
        <p:spPr>
          <a:xfrm>
            <a:off x="7635240" y="274320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8A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$8</a:t>
            </a:r>
            <a:endParaRPr lang="en-US" sz="5600" dirty="0"/>
          </a:p>
        </p:txBody>
      </p:sp>
      <p:sp>
        <p:nvSpPr>
          <p:cNvPr id="15" name="Text 10"/>
          <p:cNvSpPr/>
          <p:nvPr/>
        </p:nvSpPr>
        <p:spPr>
          <a:xfrm>
            <a:off x="7909560" y="379476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of the entire cloud proof —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2.67 Snowflake credits, cheaper than one hour of talk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THE FIX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fix — four rules and one gate at the door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EF1F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86384" y="181965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065" y="1874337"/>
            <a:ext cx="311262" cy="311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801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number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6384" y="2295144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official way to calculate each metric. Every other version is an archive, not an alternative.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2160" y="160020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EF1F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89904" y="181965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585" y="1874337"/>
            <a:ext cx="311262" cy="311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56832" y="1801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Rules live in the system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089904" y="2295144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is stored as a row with a ready SQL condition, not a paragraph in a document.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20040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EF1F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6384" y="341985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065" y="3474537"/>
            <a:ext cx="311262" cy="3112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53312" y="34015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named owner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86384" y="3895344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and every change has one specific person accountable for it.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852160" y="3200400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EF1FA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089904" y="341985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585" y="3474537"/>
            <a:ext cx="311262" cy="3112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56832" y="34015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silent changes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089904" y="3895344"/>
            <a:ext cx="4553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logged and announced in advance. Rollback takes seconds.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846320"/>
            <a:ext cx="10332720" cy="73152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25" name="Text 19"/>
          <p:cNvSpPr/>
          <p:nvPr/>
        </p:nvSpPr>
        <p:spPr>
          <a:xfrm>
            <a:off x="777240" y="491032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a sign rule as code, not a paragraph: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77240" y="518464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COR_PRNP &lt;= 0   -- rule #3, source: Appendix C, line 7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48640" y="5687568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at the door: an object needs a card, a named owner and steward, an SLA with an action, and a passing run of every check — otherwise it never enters the registry. Naming is fixed the same way: an alias layer instead of renaming 20+ schemas — old names stay alive but stop being a fork point; zero migrations.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WHERE PLATA STANDS TODAY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DAMA maturity: from “in people's heads” to “the system watches itself”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033272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651760"/>
                <a:gridCol w="52120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Discipline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Quality Mgmt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Freshness is tracked, but there is no threshold, no owner, no audit trail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Management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drop is documented as a fact; a recalculation as a “heads up”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Catalog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 by content /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by ownership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technical tables tagged; ownership never formalized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Little evidence, and it is indirect — only product codes are visible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10332720" cy="1051560"/>
          </a:xfrm>
          <a:prstGeom prst="roundRect">
            <a:avLst>
              <a:gd name="adj" fmla="val 6957"/>
            </a:avLst>
          </a:prstGeom>
          <a:solidFill>
            <a:srgbClr val="EEF1F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3492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— the practice lives in people's heads · Defined — the rule is written down and owned · Controlled — compliance is checked automatically · Continuing — the control system itself is measured.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AUTOMATED CONTROL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signals that catch drift before the user does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03327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731520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actually catches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 — bridge residual ≠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silently changed calculation, a new computation branch, a shift in the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— step contribution outside its corridor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Deviation from normal seasonality (the “grain” step ranges from −7.1 to +8.1 pts over 24 months)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 — team calculation diverges from the registered formula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one check aimed at people, not at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5196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2A3570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251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26 / 0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926080" y="42519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passing / failing,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categories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52160" y="4251960"/>
            <a:ext cx="5029200" cy="914400"/>
          </a:xfrm>
          <a:prstGeom prst="roundRect">
            <a:avLst>
              <a:gd name="adj" fmla="val 8000"/>
            </a:avLst>
          </a:prstGeom>
          <a:solidFill>
            <a:srgbClr val="2A3570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4251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22 / 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229600" y="42519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checks green /</a:t>
            </a:r>
            <a:endParaRPr lang="en-US" sz="11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349240"/>
            <a:ext cx="10332720" cy="1280160"/>
          </a:xfrm>
          <a:prstGeom prst="roundRect">
            <a:avLst>
              <a:gd name="adj" fmla="val 5714"/>
            </a:avLst>
          </a:prstGeom>
          <a:solidFill>
            <a:srgbClr val="FBEFDC"/>
          </a:solidFill>
          <a:ln/>
        </p:spPr>
      </p:sp>
      <p:sp>
        <p:nvSpPr>
          <p:cNvPr id="12" name="Shape 9"/>
          <p:cNvSpPr/>
          <p:nvPr/>
        </p:nvSpPr>
        <p:spPr>
          <a:xfrm>
            <a:off x="804672" y="551383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976" y="5566136"/>
            <a:ext cx="297729" cy="29772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5440680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real bug I found and fixed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463040" y="5788152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monitoring dashboard showed “all green” while the underlying data was actually 9 business days late — it was checking the ETL log, not the data itself. Now it checks the fact, not the report about the fact.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AI READINESS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AI agent: not a demo — a measured system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RISK_COPILOT in Snowflake — three tools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566" y="2061606"/>
            <a:ext cx="284196" cy="2841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96596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view SV_COR — the one permitted way to calculate the metric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76148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66" y="2811414"/>
            <a:ext cx="284196" cy="2841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71576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Search over Appendices A–I — 86 chunks, documents never leave the account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35112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66" y="3561222"/>
            <a:ext cx="284196" cy="2841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465576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SQL under role LLM_AGENT_RO — no grants on PII tables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48640" y="4352544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EEF1FA"/>
          </a:solidFill>
          <a:ln/>
        </p:spPr>
      </p:sp>
      <p:sp>
        <p:nvSpPr>
          <p:cNvPr id="15" name="Text 10"/>
          <p:cNvSpPr/>
          <p:nvPr/>
        </p:nvSpPr>
        <p:spPr>
          <a:xfrm>
            <a:off x="777240" y="435254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context layer — 13,664 characters, ≈3.4k tokens: fits whole in the system prompt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85216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Scored against a plan written in advance — 23 questions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2011680"/>
          <a:ext cx="5029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40080"/>
                <a:gridCol w="3017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holds under the agent: refuses to hand over demographics, returns the canon with its contract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"22 business days" instead of 20 — missing a grant on the holiday calendar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answer, correct trap spotted, but lacked permission to execute</a:t>
                      </a:r>
                      <a:endParaRPr lang="en-US" sz="9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2"/>
          <p:cNvSpPr/>
          <p:nvPr/>
        </p:nvSpPr>
        <p:spPr>
          <a:xfrm>
            <a:off x="548640" y="5486400"/>
            <a:ext cx="1033272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9" name="Text 13"/>
          <p:cNvSpPr/>
          <p:nvPr/>
        </p:nvSpPr>
        <p:spPr>
          <a:xfrm>
            <a:off x="822960" y="548640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a product, not a sum: access rights × measured correctness × answer provenance × visibility into what it did. Zeroing out any one factor gives zero — not “partial trust.”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WHAT THE AGENT LACKS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things the agent lacks — and the gate before trust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agent lacks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84048" cy="384048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566" y="2061606"/>
            <a:ext cx="284196" cy="2841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96596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instead of prose — a row found by querying an object name, not a paragraph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384048" cy="384048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66" y="3021726"/>
            <a:ext cx="284196" cy="2841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292608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resolution — the glossary knows TDC means credit card, but not that in a query it's product_risks = 'CC'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66" y="3981846"/>
            <a:ext cx="284196" cy="2841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inside the data, not next to it — a filter in a document can be skipped; one built into the metric cannot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852160" y="1600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Trust gaps — closed vs. open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2011680"/>
          <a:ext cx="5029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 — fitness 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— baseline captured; --compare fails the run on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 — resource limits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at the service boundary — 90-second sessions on a dedicated warehouse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G3 — answer provenance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— the contract is named; no model snapshot or data-as-of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G4 — trust is binary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— needs three access classes: analytics / reporting / regulatory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</a:tbl>
          </a:graphicData>
        </a:graphic>
      </p:graphicFrame>
      <p:sp>
        <p:nvSpPr>
          <p:cNvPr id="16" name="Shape 10"/>
          <p:cNvSpPr/>
          <p:nvPr/>
        </p:nvSpPr>
        <p:spPr>
          <a:xfrm>
            <a:off x="548640" y="5486400"/>
            <a:ext cx="1033272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7" name="Text 11"/>
          <p:cNvSpPr/>
          <p:nvPr/>
        </p:nvSpPr>
        <p:spPr>
          <a:xfrm>
            <a:off x="822960" y="548640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Data Catalog to reach Controlled for AI consumption: a mandatory card at entry (M4), automatic schema-conformance checks, and agent readiness as part of the definition of done for every new object.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CHANGE MANAGEMENT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Gen5v1: the data changed, the schema did not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breaks, no query throws an error — dashboards just quietly show different numbers. A 35% shift in EL LT for the 2025 H1 vintages was only caught a quarter later, during variance review. That's more dangerous than dropping a table: a drop is noticed in a minute.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03327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645920"/>
                <a:gridCol w="56692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Notice window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actually breaks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model (CLIP)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LT shift — the model is calibrated on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reporting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changes inside already-closed periods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 COR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change to forecast values or grain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value change needs a context refresh, not a notice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32120"/>
            <a:ext cx="10332720" cy="777240"/>
          </a:xfrm>
          <a:prstGeom prst="roundRect">
            <a:avLst>
              <a:gd name="adj" fmla="val 9412"/>
            </a:avLst>
          </a:prstGeom>
          <a:solidFill>
            <a:srgbClr val="EEF1FA"/>
          </a:solidFill>
          <a:ln/>
        </p:spPr>
      </p:sp>
      <p:sp>
        <p:nvSpPr>
          <p:cNvPr id="7" name="Shape 4"/>
          <p:cNvSpPr/>
          <p:nvPr/>
        </p:nvSpPr>
        <p:spPr>
          <a:xfrm>
            <a:off x="777240" y="56875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5747004"/>
            <a:ext cx="338328" cy="338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5532120"/>
            <a:ext cx="9235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rollback path: switch the view, not reload the data — both snapshots stay live, rollback takes seconds.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THE CHANGE MANAGEMENT LADDER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Gen5v1 in terms of the Change Management maturity ladder</a:t>
            </a:r>
            <a:endParaRPr lang="en-US" sz="2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0332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595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actually in place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change is discovered after the fact — how this case would have looked without intervention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CHANGE_LOG: 4 entries, 3 flagged as breaking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impact view, snapshot versioning, a parallel-run window, a "tombstone" instead of an object-does-not-exist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DDL snapshots plus hash reconciliation: a changed hash with no log entry is a verdict, not an opinion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23560"/>
            <a:ext cx="10332720" cy="914400"/>
          </a:xfrm>
          <a:prstGeom prst="roundRect">
            <a:avLst>
              <a:gd name="adj" fmla="val 8000"/>
            </a:avLst>
          </a:prstGeom>
          <a:solidFill>
            <a:srgbClr val="EEF1F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62356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Gen5v1 sits at Controlled: both snapshots (2026-03 and 2026-06) stay live, rollback is a view switch. Reaching Continuing still needs automatic hash reconciliation on every recalculation.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WHY THESE TWO, FIRST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DQM and Change Management first — and here is why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only because the assignment names them as the sharpest pain, but by dependency order: without DQ you can't prove a change broke anything, and without change management any quality improvement gets rolled back by the next release. In parallel: the canonical metric layer — you can't monitor the quality of a metric whose definition was never fixed.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 measure in the first 30 days: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How many versions of one metric are in circulation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Share of incidents caught by monitoring before the user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Share of schema changes that are actually logged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Response time on an analyst's typical question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Share of correct agent answers on the golden set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0" y="160020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BEFDC"/>
          </a:solidFill>
          <a:ln/>
        </p:spPr>
      </p:sp>
      <p:sp>
        <p:nvSpPr>
          <p:cNvPr id="8" name="Text 6"/>
          <p:cNvSpPr/>
          <p:nvPr/>
        </p:nvSpPr>
        <p:spPr>
          <a:xfrm>
            <a:off x="7086600" y="1783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Deliberately not a priority for 90 days: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86600" y="23317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Reference Data Management — an alias directory closes 90% of the pain in a day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Customer MDM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A platform switch or catalog purchase — a tool bought ahead of the process just preserves its absence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Tier-3 ownership coverage — tagging technical tables creates the appearance of governance, not governance itself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THE FIRST 90 DAYS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first 90 days, step by step — with proof at each gate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270760" y="2386584"/>
            <a:ext cx="6888480" cy="2743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836420" y="1965960"/>
            <a:ext cx="868680" cy="86868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36420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3108960"/>
            <a:ext cx="3169920" cy="2377440"/>
          </a:xfrm>
          <a:prstGeom prst="roundRect">
            <a:avLst>
              <a:gd name="adj" fmla="val 3077"/>
            </a:avLst>
          </a:prstGeom>
          <a:solidFill>
            <a:srgbClr val="EEF1F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9184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Day 30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280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measurements taken; the metric canon is signed off; the bridge between the three calculations reconciles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80660" y="1965960"/>
            <a:ext cx="868680" cy="86868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80660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30040" y="3108960"/>
            <a:ext cx="3169920" cy="2377440"/>
          </a:xfrm>
          <a:prstGeom prst="roundRect">
            <a:avLst>
              <a:gd name="adj" fmla="val 3077"/>
            </a:avLst>
          </a:prstGeom>
          <a:solidFill>
            <a:srgbClr val="EEF1FA"/>
          </a:solidFill>
          <a:ln/>
        </p:spPr>
      </p:sp>
      <p:sp>
        <p:nvSpPr>
          <p:cNvPr id="13" name="Text 11"/>
          <p:cNvSpPr/>
          <p:nvPr/>
        </p:nvSpPr>
        <p:spPr>
          <a:xfrm>
            <a:off x="4312920" y="329184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Day 60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12920" y="3703320"/>
            <a:ext cx="280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live on every tier-1 object with a threshold, a steward, and a defined action; the change log is live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24900" y="1965960"/>
            <a:ext cx="868680" cy="86868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24900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574280" y="3108960"/>
            <a:ext cx="3169920" cy="2377440"/>
          </a:xfrm>
          <a:prstGeom prst="roundRect">
            <a:avLst>
              <a:gd name="adj" fmla="val 3077"/>
            </a:avLst>
          </a:prstGeom>
          <a:solidFill>
            <a:srgbClr val="EEF1FA"/>
          </a:solidFill>
          <a:ln/>
        </p:spPr>
      </p:sp>
      <p:sp>
        <p:nvSpPr>
          <p:cNvPr id="18" name="Text 16"/>
          <p:cNvSpPr/>
          <p:nvPr/>
        </p:nvSpPr>
        <p:spPr>
          <a:xfrm>
            <a:off x="7757160" y="3291840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Day 90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57160" y="3703320"/>
            <a:ext cx="280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consumer registry with notice windows; schema-snapshot reconciliation runs automatically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THE TEAM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I'd run the team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0" cy="1965960"/>
          </a:xfrm>
          <a:prstGeom prst="roundRect">
            <a:avLst>
              <a:gd name="adj" fmla="val 3721"/>
            </a:avLst>
          </a:prstGeom>
          <a:solidFill>
            <a:srgbClr val="EEF1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Steward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414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data quality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checks, incident on-call, data freshness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52160" y="1783080"/>
            <a:ext cx="5029200" cy="1965960"/>
          </a:xfrm>
          <a:prstGeom prst="roundRect">
            <a:avLst>
              <a:gd name="adj" fmla="val 3721"/>
            </a:avLst>
          </a:prstGeom>
          <a:solidFill>
            <a:srgbClr val="EEF1FA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Steward 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26480" y="24414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&amp; rules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26480" y="28346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definitions, glossary, change log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84048" cy="384048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566" y="4164726"/>
            <a:ext cx="284196" cy="28419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7280" y="406908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existing busywork before adding new work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4736592"/>
            <a:ext cx="384048" cy="384048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66" y="4786518"/>
            <a:ext cx="284196" cy="2841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97280" y="469087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on the first example together — then they own it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548640" y="5358384"/>
            <a:ext cx="384048" cy="384048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66" y="5408310"/>
            <a:ext cx="284196" cy="2841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531266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review explains the reason, not just “no”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 assume beyond the appendix materials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189" y="1876349"/>
            <a:ext cx="270662" cy="2706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719072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"Tier-1" means tables feeding decision models (e.g. CLIP) and external reporting; everything else is tier-2/tier-3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670048"/>
            <a:ext cx="365760" cy="365760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9" y="2717597"/>
            <a:ext cx="270662" cy="2706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560320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Retroactive recalculation of closed periods needs a separate decision by the Head of IRM with Finance; the default is "forward only"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511296"/>
            <a:ext cx="365760" cy="365760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9" y="3558845"/>
            <a:ext cx="270662" cy="2706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3401568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agent holds no grants on ODS/PII tables until Security/Legal complete data classification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548640" y="4352544"/>
            <a:ext cx="365760" cy="365760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9" y="4400093"/>
            <a:ext cx="270662" cy="2706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4242816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DWH Engineering doesn't report into the governance role operationally — every check is built on the risk side, with no changes required in upstream pipelines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548640" y="5193792"/>
            <a:ext cx="365760" cy="365760"/>
          </a:xfrm>
          <a:prstGeom prst="ellipse">
            <a:avLst/>
          </a:prstGeom>
          <a:solidFill>
            <a:srgbClr val="EEF1FA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9" y="5241341"/>
            <a:ext cx="270662" cy="27066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5084064"/>
            <a:ext cx="9784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Snowflake sandbox approximates the production environment (same grains and sign conventions), not an exact copy of data volumes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this matters for Plata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514600"/>
            <a:ext cx="9875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decisions. Fewer surprises in reporting. Safer AI adoption. Trust in data that can be measured — not just declared.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proof (20 pages, with queries and source references) available on request.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2026-08-17T13:14:18Z</dcterms:created>
  <dcterms:modified xsi:type="dcterms:W3CDTF">2026-08-17T13:14:18Z</dcterms:modified>
</cp:coreProperties>
</file>