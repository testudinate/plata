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 · RISK DATA GOVERNANCE LEAD · PLATA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Я не рассуждал, как починил бы ваши данные, —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я починил их и измерил результат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8778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описания подхода я воспроизвёл часть дата-ландшафта Plata, нашёл в нём реальные проблемы и построил работающее решение. Каждое число ниже — замер, а не оценка.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069080"/>
            <a:ext cx="2619756" cy="1691640"/>
          </a:xfrm>
          <a:prstGeom prst="roundRect">
            <a:avLst>
              <a:gd name="adj" fmla="val 4324"/>
            </a:avLst>
          </a:prstGeom>
          <a:solidFill>
            <a:srgbClr val="2A357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270248"/>
            <a:ext cx="2619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14.62%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4910328"/>
            <a:ext cx="2400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канонический COR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апрель 2026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4428" y="4069080"/>
            <a:ext cx="2619756" cy="1691640"/>
          </a:xfrm>
          <a:prstGeom prst="roundRect">
            <a:avLst>
              <a:gd name="adj" fmla="val 4324"/>
            </a:avLst>
          </a:prstGeom>
          <a:solidFill>
            <a:srgbClr val="2A3570"/>
          </a:solidFill>
          <a:ln/>
        </p:spPr>
      </p:sp>
      <p:sp>
        <p:nvSpPr>
          <p:cNvPr id="9" name="Text 7"/>
          <p:cNvSpPr/>
          <p:nvPr/>
        </p:nvSpPr>
        <p:spPr>
          <a:xfrm>
            <a:off x="3424428" y="4270248"/>
            <a:ext cx="2619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3.24 pts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34156" y="4910328"/>
            <a:ext cx="2400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между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тремя расчётами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0216" y="4069080"/>
            <a:ext cx="2619756" cy="1691640"/>
          </a:xfrm>
          <a:prstGeom prst="roundRect">
            <a:avLst>
              <a:gd name="adj" fmla="val 4324"/>
            </a:avLst>
          </a:prstGeom>
          <a:solidFill>
            <a:srgbClr val="2A3570"/>
          </a:solidFill>
          <a:ln/>
        </p:spPr>
      </p:sp>
      <p:sp>
        <p:nvSpPr>
          <p:cNvPr id="12" name="Text 10"/>
          <p:cNvSpPr/>
          <p:nvPr/>
        </p:nvSpPr>
        <p:spPr>
          <a:xfrm>
            <a:off x="6300216" y="4270248"/>
            <a:ext cx="2619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26 / 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9944" y="4910328"/>
            <a:ext cx="2400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проверок проходит /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падает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76004" y="4069080"/>
            <a:ext cx="2619756" cy="1691640"/>
          </a:xfrm>
          <a:prstGeom prst="roundRect">
            <a:avLst>
              <a:gd name="adj" fmla="val 4324"/>
            </a:avLst>
          </a:prstGeom>
          <a:solidFill>
            <a:srgbClr val="2A3570"/>
          </a:solidFill>
          <a:ln/>
        </p:spPr>
      </p:sp>
      <p:sp>
        <p:nvSpPr>
          <p:cNvPr id="15" name="Text 13"/>
          <p:cNvSpPr/>
          <p:nvPr/>
        </p:nvSpPr>
        <p:spPr>
          <a:xfrm>
            <a:off x="9176004" y="4270248"/>
            <a:ext cx="2619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285732" y="4910328"/>
            <a:ext cx="2400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всего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доказательства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· ПРОБЛЕМА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Одна метрика — три разных числа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материалах кейса ключевую риск-метрику (COR) три команды считали по трём разным формулам — и каждая версия публиковалась как «истина».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261360" cy="1417320"/>
          </a:xfrm>
          <a:prstGeom prst="roundRect">
            <a:avLst>
              <a:gd name="adj" fmla="val 5161"/>
            </a:avLst>
          </a:prstGeom>
          <a:solidFill>
            <a:srgbClr val="EEF1FA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542032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11.38%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084320" y="2377440"/>
            <a:ext cx="3261360" cy="1417320"/>
          </a:xfrm>
          <a:prstGeom prst="roundRect">
            <a:avLst>
              <a:gd name="adj" fmla="val 5161"/>
            </a:avLst>
          </a:prstGeom>
          <a:solidFill>
            <a:srgbClr val="EEF1FA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21480" y="2542032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75760" y="2971800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11.92%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0" y="2377440"/>
            <a:ext cx="32613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378440" y="252374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5989" y="2571293"/>
            <a:ext cx="270662" cy="27066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757160" y="2542032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Канонический расчёт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11440" y="2971800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14.62%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548640" y="397764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FBEFDC"/>
          </a:solidFill>
          <a:ln/>
        </p:spPr>
      </p:sp>
      <p:sp>
        <p:nvSpPr>
          <p:cNvPr id="17" name="Shape 14"/>
          <p:cNvSpPr/>
          <p:nvPr/>
        </p:nvSpPr>
        <p:spPr>
          <a:xfrm>
            <a:off x="804672" y="4178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4238244"/>
            <a:ext cx="338328" cy="33832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08760" y="4105656"/>
            <a:ext cx="9189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ошибка вычислений. Просто единая формула не согласована и ни у кого нет владения. Хуже того: ничего не «ломается» и не падает — отчёты просто тихо показывают разные числа.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4864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Глоссарий признаёт это прямо: «Three methodologies exist» (Appendix E, строка 13) — ни одна формула не помечена как основная.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· ОТКУДА БЕРЁТСЯ РАЗРЫВ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Мост: как из одного канона получаются два других числа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меняет ровно одно методическое решение и пересчитывается из данных — поэтому остаток равен нулю по построению. Это один расчёт с разными переключателями, а не три несвязанных числа.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0332720" cy="914400"/>
        </p:xfrm>
        <a:graphic>
          <a:graphicData uri="http://schemas.openxmlformats.org/drawingml/2006/table">
            <a:tbl>
              <a:tblPr/>
              <a:tblGrid>
                <a:gridCol w="6675120"/>
                <a:gridCol w="1828800"/>
                <a:gridCol w="1828800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Шаг (апрель 2026, продукт CC)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Вклад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Канон — статемент, Gen3, stmt ≥ 2, ×12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Снят фильтр statement_num ≥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Зерно: статемент → день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 числителя убран 0-DPD бакет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Аннуализация ×12 → ×365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Portfolio 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Поколение модели Gen3 → Gen2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разрыва нет постоянного знака: в апреле канон — самое высокое из трёх чисел, в марте был самым низким. Договорённость вида «у Finance всегда на два пункта меньше» невозможна — нужен один канон, а не поправочный коэффициент.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· ЧТО РЕАЛЬНО НАЙДЕНО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Реестр рисков — не гипотезы, а цитаты с номером строки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03327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2103120"/>
                <a:gridCol w="5394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Риск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Дисциплина DAMA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реально написано в материалах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 без канона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 Mgmt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«Three methodologies exist» (E:13) — ни одна формула не помечена основной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Знаковое соглашение — прозой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«different tables use different signs… silently produces incorrect results» (C:7)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Разная колонка фильтра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dm.* → product_risks, tableau.* → account_type (A:42) — обе принимают 'CC'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Правило — в трёх копиях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Mgmt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statement_num ≥ 2 записан независимо в C:99, D:27, F:53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Изменение без версии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«materially shifted EL LT» (G:71) — схема не менялась, числа сменили смысл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как рядовое обогащение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Security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джойн к ods.user_mgmt.USER_DATA без классификации (F:29)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55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 20 находок по приложениям A–I, из них 8 критичных — полный реестр R1–R11 в расширенном ответе.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 · ВЛАДЕНИЕ ОПЕРАЦИОННО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Владение — не колонка в таблице, а три разделимые обязанности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332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5895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 что отвечает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означает число; утверждает любое изменение определения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steward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Операционное качество; получает алерт при падении проверки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Пайплайн и SLA загрузки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10332720" cy="1600200"/>
          </a:xfrm>
          <a:prstGeom prst="roundRect">
            <a:avLst>
              <a:gd name="adj" fmla="val 4571"/>
            </a:avLst>
          </a:prstGeom>
          <a:solidFill>
            <a:srgbClr val="FBEFDC"/>
          </a:solidFill>
          <a:ln/>
        </p:spPr>
      </p:sp>
      <p:sp>
        <p:nvSpPr>
          <p:cNvPr id="6" name="Shape 3"/>
          <p:cNvSpPr/>
          <p:nvPr/>
        </p:nvSpPr>
        <p:spPr>
          <a:xfrm>
            <a:off x="804672" y="475488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731" y="4811939"/>
            <a:ext cx="324795" cy="3247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4700016"/>
            <a:ext cx="9189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Тест реальности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508760" y="5074920"/>
            <a:ext cx="9189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подписал определение, кого будят и что он делает, кто должен был узнать заранее и за сколько дней. Пока хоть один ответ требует звонка — владение существует только на бумаге.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· ДОКАЗАТЕЛЬСТВО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Я не обсуждал решение — я его построил и проверил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20" y="184846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09928"/>
            <a:ext cx="6172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Воспроизвёл часть дата-инфраструктуры Plata в Snowflake: 10 баз, 23 схемы, 59 таблиц, 15 вью, 8.1 млн строк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20" y="3220060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081528"/>
            <a:ext cx="6172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Нашёл и задокументировал 20 конкретных проблем — 8 критичных, каждая с точной ссылкой на источник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4591660"/>
            <a:ext cx="372161" cy="3721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4453128"/>
            <a:ext cx="6172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Построил работающую систему: 26 автопроверок, канонический метрик-слой, реестр изменений и AI-агент RISK_COPILOT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7635240" y="1783080"/>
            <a:ext cx="3246120" cy="397764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/>
        </p:spPr>
      </p:sp>
      <p:sp>
        <p:nvSpPr>
          <p:cNvPr id="14" name="Text 9"/>
          <p:cNvSpPr/>
          <p:nvPr/>
        </p:nvSpPr>
        <p:spPr>
          <a:xfrm>
            <a:off x="7635240" y="27432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$8</a:t>
            </a:r>
            <a:endParaRPr lang="en-US" sz="5600" dirty="0"/>
          </a:p>
        </p:txBody>
      </p:sp>
      <p:sp>
        <p:nvSpPr>
          <p:cNvPr id="15" name="Text 10"/>
          <p:cNvSpPr/>
          <p:nvPr/>
        </p:nvSpPr>
        <p:spPr>
          <a:xfrm>
            <a:off x="7909560" y="37947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всего облачного доказательства —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2.67 кредита Snowflake — дешевле часа разговоров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 · РЕШЕНИЕ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Решение — четыре правила и одни ворота на входе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EF1F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1965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065" y="1874337"/>
            <a:ext cx="311262" cy="311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Одно число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6384" y="2295144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официальный способ расчёта каждой метрики. Все прочие версии — архив, а не альтернатива.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0" y="160020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EF1F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89904" y="181965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585" y="1874337"/>
            <a:ext cx="311262" cy="311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56832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Правила живут в системе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089904" y="2295144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хранится строкой с готовым SQL-условием, а не абзацем в документе.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EF1F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341985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65" y="3474537"/>
            <a:ext cx="311262" cy="3112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53312" y="34015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Поимённый владелец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86384" y="3895344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каждым числом и каждым изменением — один конкретный ответственный.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852160" y="320040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EF1F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089904" y="341985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585" y="3474537"/>
            <a:ext cx="311262" cy="3112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56832" y="34015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Нет тихих изменений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089904" y="3895344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изменение логируется и объявляется заранее. Откат — секунды.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846320"/>
            <a:ext cx="1033272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25" name="Text 19"/>
          <p:cNvSpPr/>
          <p:nvPr/>
        </p:nvSpPr>
        <p:spPr>
          <a:xfrm>
            <a:off x="777240" y="49103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— знаковое правило кодом, а не абзацем: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77240" y="518464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COR_PRNP &lt;= 0   -- правило №3, источник: Appendix C, строка 7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48640" y="568756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Ворота на входе: объекту нужны карточка, поимённые владелец и стюард, SLA с действием и прохождение всех проверок — иначе он не попадает в реестр. Нейминг чинится так же: слой алиасов вместо переименования 20+ схем — старые имена живут, но перестают быть развилкой; миграций — ноль.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3 · ГДЕ PLATA СЕЙЧАС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Зрелость по DAMA: от «в головах» до «система следит за собой»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3327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651760"/>
                <a:gridCol w="52120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Дисциплина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Текущий уровень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Свидетельство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 Mgmt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Свежесть отслеживается, но нет ни порога, ни владельца, ни следа проверок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Дроп задокументирован как факт; пересчёт — как «имейте в виду»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Catalog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по содержанию 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по владению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техтаблиц размечены; владение не формализовано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Свидетельств мало, и они косвенные — видны только коды продуктов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EEF1F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3492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— практика живёт в головах · Defined — правило записано и имеет владельца · Controlled — соблюдение проверяется автоматически · Continuing — измеряется сама система контроля.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3 · АВТОМАТИЧЕСКИЙ КОНТРОЛЬ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Три сигнала, ловящие дрейф раньше пользователя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3327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31520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Сигнал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именно он ловит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— остаток моста ≠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Молча изменившийся расчёт, новая ветка вычисления, сдвиг в данных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— вклад шага вне коридора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Отклонение от нормальной сезонности (шаг «зерно» гуляет от −7.1 до +8.1 п.п. за 24 месяца)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 — расчёт команды разошёлся с зарегистрированной формулой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Единственная проверка, направленная на людей, а не на данные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5196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251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26 / 0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926080" y="4251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проверок проходит / падает,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категорий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425196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4251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22 / 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229600" y="4251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DQ-проверок зелёных /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жёлтых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349240"/>
            <a:ext cx="10332720" cy="1280160"/>
          </a:xfrm>
          <a:prstGeom prst="roundRect">
            <a:avLst>
              <a:gd name="adj" fmla="val 5714"/>
            </a:avLst>
          </a:prstGeom>
          <a:solidFill>
            <a:srgbClr val="FBEFDC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551383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976" y="5566136"/>
            <a:ext cx="297729" cy="29772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5440680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Реальный баг: найден и исправлен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463040" y="5788152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мониторинга показывала «всё зелёное», хотя данные реально отставали на 9 рабочих дней — она проверяла журнал ETL, а не сами данные. Теперь проверяется факт, а не отчёт о факте.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4 · ГОТОВНОСТЬ К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AI-агент: не демо, а измеренная система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RISK_COPILOT в Snowflake — три инструмента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566" y="2061606"/>
            <a:ext cx="284196" cy="2841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96596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Семантическая вью SV_COR — единственный разрешённый способ расчёта метрики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7614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66" y="2811414"/>
            <a:ext cx="284196" cy="2841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71576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Search по приложениям A–I — 86 чанков, документы не покидают аккаунт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35112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3561222"/>
            <a:ext cx="284196" cy="2841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465576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SQL под ролью LLM_AGENT_RO — без грантов на PII-таблицы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4352544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EEF1FA"/>
          </a:solidFill>
          <a:ln/>
        </p:spPr>
      </p:sp>
      <p:sp>
        <p:nvSpPr>
          <p:cNvPr id="15" name="Text 10"/>
          <p:cNvSpPr/>
          <p:nvPr/>
        </p:nvSpPr>
        <p:spPr>
          <a:xfrm>
            <a:off x="777240" y="435254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контекст-слой — 13 664 символа, ≈3.4k токенов: целиком помещается в системный промпт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85216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Оценка по заранее написанному плану — 23 вопроса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201168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40080"/>
                <a:gridCol w="3017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Вердикт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это показывает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выдерживает агента: отказ выдать демографию, канон возвращается вместе с контрактом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«22 рабочих дня» вместо 20 — не хватило гранта на календарь праздников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Ответ верный, ловушка замечена, но не хватило прав на выполнение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2"/>
          <p:cNvSpPr/>
          <p:nvPr/>
        </p:nvSpPr>
        <p:spPr>
          <a:xfrm>
            <a:off x="548640" y="5486400"/>
            <a:ext cx="1033272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9" name="Text 13"/>
          <p:cNvSpPr/>
          <p:nvPr/>
        </p:nvSpPr>
        <p:spPr>
          <a:xfrm>
            <a:off x="822960" y="548640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— произведение, а не сумма: права доступа × измеренная правильность × провенанс ответа × видимость действий. Обнуление любого множителя даёт ноль — а не «частичное доверие».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4 · ЧЕГО НЕ ХВАТАЕТ АГЕНТУ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Три вещи, которых не хватает агенту, — и ворота перед доверием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Агенту не хватает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84048" cy="384048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566" y="2061606"/>
            <a:ext cx="284196" cy="2841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96596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Структуры вместо прозы — строка, которую можно найти запросом по имени объекта, а не абзац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66" y="3021726"/>
            <a:ext cx="284196" cy="2841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92608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Разрешения терминов — глоссарий знает, что TDC — кредитная карта, но не что в запросе это product_risks = 'CC'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3981846"/>
            <a:ext cx="284196" cy="2841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 внутри данных, а не рядом — фильтр в документе можно пропустить; зашитый в метрику — нельзя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85216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Пробелы доверия — закрытые и открытые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2011680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Пробел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— порог годности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Закрыт — базлайн снят; --compare валит прогон при регрессе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 — ресурсные лимиты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Закрыт на границе сервиса — сессии 90 секунд на отдельном warehouse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 — провенанс ответа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 — контракт называется; нет снимка модели и даты данных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G4 — доверие бинарно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Открыт — нужны три класса доступа: аналитика / отчётность / регуляторика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548640" y="5486400"/>
            <a:ext cx="1033272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7" name="Text 11"/>
          <p:cNvSpPr/>
          <p:nvPr/>
        </p:nvSpPr>
        <p:spPr>
          <a:xfrm>
            <a:off x="822960" y="548640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Data Catalog достиг Controlled для AI-потребления: обязательная карточка на входе (M4), автопроверки соответствия схеме и готовность для агента как часть definition of done каждого нового объекта.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4 · CHANGE MANAGEMENT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Gen5v1: данные изменились, схема — нет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ломается, ни один запрос не падает — дашборды просто тихо показывают другие числа. Сдвиг EL LT на 35% по винтажам 2025 H1 заметили только через квартал, на разборе отклонений. Это опаснее сноса таблицы: снос заметен через минуту.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03327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45920"/>
                <a:gridCol w="5669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Потребитель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Окно уведомления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именно у него ломается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 решений (CLIP)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дней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Сдвиг EL LT — модель на нём калибрована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Месячная отчётность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дней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Изменение значений в уже закрытых периодах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Дашборд статементного COR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дней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Любое изменение значений прогноза или зерна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AI-агент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дней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Нужно обновление контекста, а не уведомление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32120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EEF1FA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56875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5747004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5532120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отката: переключить вью, а не перезаливать данные — оба снимка живы, откат занимает секунды.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4 · ЛЕСТНИЦА CHANGE MANAGEMENT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Gen5v1 в терминах лестницы зрелости Change Management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0332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595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Ступень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реально сделано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Изменение обнаруживается постфактум — так этот кейс выглядел бы без вмешательства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CHANGE_LOG: 4 записи, 3 помечены как ломающие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Вью влияния, версионирование снимков, окно параллельной работы, «надгробие» вместо ошибки object does not exist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Снимки DDL плюс сверка хеша: изменившийся хеш без записи в журнале — вердикт, а не мнение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23560"/>
            <a:ext cx="10332720" cy="914400"/>
          </a:xfrm>
          <a:prstGeom prst="roundRect">
            <a:avLst>
              <a:gd name="adj" fmla="val 8000"/>
            </a:avLst>
          </a:prstGeom>
          <a:solidFill>
            <a:srgbClr val="EEF1F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62356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Gen5v1 стоит на Controlled: оба снимка (2026-03 и 2026-06) живы, откат — переключение вью. Для Continuing не хватает автоматической сверки хеша при каждом пересчёте.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5 · ПОЧЕМУ ИМЕННО ЭТИ ДВЕ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Сначала DQM и Change Management — и вот почему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только потому, что задание называет их самой острой болью, но и по порядку зависимостей: без DQ нельзя доказать, что изменение что-то сломало, а без управления изменениями любое улучшение качества откатывается следующим релизом. Параллельно — канонический метрик-слой: нельзя мониторить качество метрики, определение которой не зафиксировано.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я меряю в первые 30 дней: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Сколько версий одной метрики в обращении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Доля инцидентов, пойманных мониторингом раньше пользователя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Доля изменений схемы, реально попавших в журнал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Время ответа на типовой вопрос аналитика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Доля верных ответов агента на золотом наборе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0" y="160020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BEFDC"/>
          </a:solidFill>
          <a:ln/>
        </p:spPr>
      </p:sp>
      <p:sp>
        <p:nvSpPr>
          <p:cNvPr id="8" name="Text 6"/>
          <p:cNvSpPr/>
          <p:nvPr/>
        </p:nvSpPr>
        <p:spPr>
          <a:xfrm>
            <a:off x="708660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Сознательно не приоритет на 90 дней: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86600" y="23317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Reference Data Management — справочник алиасов закрывает 90% боли за день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MDM по клиентам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Смена платформы или закупка каталога — инструмент, купленный до процесса, консервирует его отсутствие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Покрытие владением tier-3 — разметка техтаблиц создаёт видимость governance, а не governance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5 · ПЕРВЫЕ 90 ДНЕЙ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Первые 90 дней по шагам — с доказательством на каждых воротах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70760" y="2386584"/>
            <a:ext cx="688848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836420" y="1965960"/>
            <a:ext cx="868680" cy="86868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3642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3108960"/>
            <a:ext cx="3169920" cy="2377440"/>
          </a:xfrm>
          <a:prstGeom prst="roundRect">
            <a:avLst>
              <a:gd name="adj" fmla="val 3077"/>
            </a:avLst>
          </a:prstGeom>
          <a:solidFill>
            <a:srgbClr val="EEF1F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9184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День 30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280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замеров сняты; канон метрики подписан; мост между тремя расчётами сходится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80660" y="1965960"/>
            <a:ext cx="868680" cy="86868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066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30040" y="3108960"/>
            <a:ext cx="3169920" cy="2377440"/>
          </a:xfrm>
          <a:prstGeom prst="roundRect">
            <a:avLst>
              <a:gd name="adj" fmla="val 3077"/>
            </a:avLst>
          </a:prstGeom>
          <a:solidFill>
            <a:srgbClr val="EEF1FA"/>
          </a:solidFill>
          <a:ln/>
        </p:spPr>
      </p:sp>
      <p:sp>
        <p:nvSpPr>
          <p:cNvPr id="13" name="Text 11"/>
          <p:cNvSpPr/>
          <p:nvPr/>
        </p:nvSpPr>
        <p:spPr>
          <a:xfrm>
            <a:off x="4312920" y="329184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День 60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12920" y="3703320"/>
            <a:ext cx="280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Проверки на всех tier-1 объектах — с порогом, стюардом и предписанным действием; журнал изменений заведён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24900" y="1965960"/>
            <a:ext cx="868680" cy="86868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2490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574280" y="3108960"/>
            <a:ext cx="3169920" cy="2377440"/>
          </a:xfrm>
          <a:prstGeom prst="roundRect">
            <a:avLst>
              <a:gd name="adj" fmla="val 3077"/>
            </a:avLst>
          </a:prstGeom>
          <a:solidFill>
            <a:srgbClr val="EEF1FA"/>
          </a:solidFill>
          <a:ln/>
        </p:spPr>
      </p:sp>
      <p:sp>
        <p:nvSpPr>
          <p:cNvPr id="18" name="Text 16"/>
          <p:cNvSpPr/>
          <p:nvPr/>
        </p:nvSpPr>
        <p:spPr>
          <a:xfrm>
            <a:off x="7757160" y="329184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День 90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57160" y="3703320"/>
            <a:ext cx="280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потребителей с окнами уведомлений; сверка снимков схемы работает автоматически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5 · КОМАНДА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Как я поведу команду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EEF1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Стюард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414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Дашборды и качество данных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Проверки качества, дежурство по инцидентам, свежесть данных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52160" y="178308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EEF1FA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Стюард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26480" y="24414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Смысл и правила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26480" y="28346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Определения метрик, глоссарий, журнал изменений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566" y="4164726"/>
            <a:ext cx="284196" cy="28419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406908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убрать существующую рутину — потом добавлять новую работу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4736592"/>
            <a:ext cx="384048" cy="384048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66" y="4786518"/>
            <a:ext cx="284196" cy="2841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97280" y="469087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пример разбираем вместе — дальше владеют сами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48640" y="5358384"/>
            <a:ext cx="384048" cy="384048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5408310"/>
            <a:ext cx="284196" cy="2841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531266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ревью объясняет причину, а не просто «нет»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ДОПУЩЕНИЯ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я допускаю сверх материалов приложений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189" y="1876349"/>
            <a:ext cx="270662" cy="2706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19072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«Tier-1» — таблицы, питающие модели решений (например, CLIP) и внешнюю отчётность; остальное — tier-2/tier-3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670048"/>
            <a:ext cx="365760" cy="365760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9" y="2717597"/>
            <a:ext cx="270662" cy="270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560320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Ретроспективный пересчёт закрытых периодов — отдельное решение Head of IRM вместе с Finance; по умолчанию «только вперёд»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511296"/>
            <a:ext cx="365760" cy="365760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9" y="3558845"/>
            <a:ext cx="270662" cy="2706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401568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AI-агент не имеет грантов на ODS/PII-таблицы, пока Security/Legal не завершат классификацию данных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4352544"/>
            <a:ext cx="365760" cy="365760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9" y="4400093"/>
            <a:ext cx="270662" cy="2706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4242816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Engineering операционно не подчиняется governance-роли — все проверки строятся на стороне риска, без изменений в upstream-пайплайнах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5193792"/>
            <a:ext cx="365760" cy="365760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9" y="5241341"/>
            <a:ext cx="270662" cy="2706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5084064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Песочница Snowflake приближает продуктивную среду (те же зёрна и знаковые соглашения), а не копирует объёмы данных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ВАЖНО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Почему это важно для Plata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Лучшие решения. Меньше сюрпризов в отчётности. Безопасное внедрение AI. Доверие к данным, которое можно измерить, а не только декларировать.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Полное техническое доказательство (20 страниц, с запросами и ссылками на источники) — по запросу.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2026-08-17T13:14:18Z</dcterms:created>
  <dcterms:modified xsi:type="dcterms:W3CDTF">2026-08-17T13:14:18Z</dcterms:modified>
</cp:coreProperties>
</file>